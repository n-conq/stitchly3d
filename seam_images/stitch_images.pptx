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400" d="100"/>
          <a:sy n="400" d="100"/>
        </p:scale>
        <p:origin x="-204" y="-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F2CFE-A104-4F76-A5BD-71DFCDCF3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16203EB-66A8-441C-8F2C-BFA7158D2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1BB7A3-9BE1-4D1B-BD73-95464BFF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C8CC9D-5957-4DD8-8140-A5FFE64D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2A7B15-9FF7-4764-84DF-766DB7C0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01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CB2FB-B1B5-4538-B719-651014E3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A77B1-9C94-41FE-8762-4FFFD5CFC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DCE3CB-1291-4082-A01D-0D6EC141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55D6BE-8CFB-4351-9638-89373242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CB2CA-F5B7-4868-8750-4F7031D5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07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1BD31-2E8B-498C-988D-60526EB3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EEAB68-966D-4D43-8B5D-52F21CD97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5E4FDF-27E7-4DE7-916D-E26E3046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F145E1-E57A-47A0-81CA-F7C9D244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D8DB22-147C-482C-849B-17D6BD22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5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B1667E-DA46-49A8-9D23-43AE144A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F70411-2090-455F-8364-DB9CC53BE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32D70F-BC4E-4FD1-B5A3-738631FA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591393-B069-4564-9F88-15AC534F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88D8D3-5E57-4472-9BC2-205EFA55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6899AE-AB0D-452E-8580-6D35AF88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2400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99B0E-1D24-4BA3-9F35-BD96E253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21F830-97F3-4F5A-A98D-66E29F2DD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BF5573-A5F1-40A2-B904-E3D2DE2CC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2DA008-3692-41E1-9505-2443F0F0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678F51-C485-4E61-9242-2EDF912A3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B98330-E9F0-41BD-9748-4CB77B8E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34A5940-7D3A-42D9-8403-2041CDEF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FC7853-8E11-43BE-AFD2-FA61A3A5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82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873C0-8718-48D8-A37B-1B34601F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5145E0-06C1-4282-8E7D-C63F7434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DAAF4C-40B3-4742-90BB-5CF10BBB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5F4D50-D2E3-438B-B494-56F42A45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78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F80195-68BC-41A8-A9D2-5839666B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AE6454-3AC8-44C2-83E0-4D5ECE6C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A97FA2-974C-4C6E-A948-4D817046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70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3A49A-F201-4DD2-A764-447E074C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44963F-BC55-430E-99EA-3859786E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752CB2-BEF8-45A9-9D49-B24CA6304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C9E922-AD70-43C4-8B33-AAE8B040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37E16B-4E35-4AE5-9B36-7517506E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19769F-58CC-4E91-9A28-961E545B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94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F2D0C-698C-489B-9DFC-04CCAECC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99B531-37CE-4CD1-A159-7F0D3BE00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736268-EA1C-4D6D-B674-461DDBDF8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72A86D-0CE5-42D2-A966-5B74ED95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2F0D3F-E25B-42B9-903C-1735E07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C57038-9704-4A22-91B7-DD1DCB8C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7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0723D-D25C-46CA-81FD-D96FF5EF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C36062-CBA0-4BB8-8C5C-F53170C15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9AAD18-F02C-4C88-ACE7-E277E793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DDE545-E924-40A1-9549-51BD7EF1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6C94EB-3771-4CE1-933F-694AE435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91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74F2A1-E5B2-4A30-9C60-9E82E7431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C4B813-9DF0-4AF1-B88D-C917298DE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396EA8-4B85-4173-849E-22A24922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443E0-4AF8-4D32-8873-E3907650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7689DE-D81E-44BC-8C14-C0F80FD0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204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140B28A-81E2-4DF7-8A52-C3036ED7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4FF655-8068-417F-B402-60CCD6EB2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A78FE7-6149-4D4A-BAA9-155439E1E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1A42A-3492-4F85-B644-2305707197CA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529C9C-2035-45CC-B563-6A7629CC3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BBB39E-DCA6-440D-B531-18166F834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0AD9D-96F4-401D-8B16-59CD1BF085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45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407226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608395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30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407226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608395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8E56AAF-8DE6-4292-8C4B-8056F09286A0}"/>
              </a:ext>
            </a:extLst>
          </p:cNvPr>
          <p:cNvCxnSpPr>
            <a:cxnSpLocks/>
          </p:cNvCxnSpPr>
          <p:nvPr/>
        </p:nvCxnSpPr>
        <p:spPr>
          <a:xfrm>
            <a:off x="350172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40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407226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608395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8E56AAF-8DE6-4292-8C4B-8056F09286A0}"/>
              </a:ext>
            </a:extLst>
          </p:cNvPr>
          <p:cNvCxnSpPr>
            <a:cxnSpLocks/>
          </p:cNvCxnSpPr>
          <p:nvPr/>
        </p:nvCxnSpPr>
        <p:spPr>
          <a:xfrm>
            <a:off x="2973088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41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407226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608395"/>
            <a:ext cx="1800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8E56AAF-8DE6-4292-8C4B-8056F09286A0}"/>
              </a:ext>
            </a:extLst>
          </p:cNvPr>
          <p:cNvCxnSpPr>
            <a:cxnSpLocks/>
          </p:cNvCxnSpPr>
          <p:nvPr/>
        </p:nvCxnSpPr>
        <p:spPr>
          <a:xfrm>
            <a:off x="2973088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A9E4CC0-85C0-4360-899F-CDEA00E2F2BD}"/>
              </a:ext>
            </a:extLst>
          </p:cNvPr>
          <p:cNvCxnSpPr>
            <a:cxnSpLocks/>
          </p:cNvCxnSpPr>
          <p:nvPr/>
        </p:nvCxnSpPr>
        <p:spPr>
          <a:xfrm>
            <a:off x="3501726" y="1169194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11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297691"/>
            <a:ext cx="157487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772699"/>
            <a:ext cx="157487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378744"/>
            <a:ext cx="0" cy="31670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0ACD9FDB-EF26-434E-8E99-115B197DEC3B}"/>
              </a:ext>
            </a:extLst>
          </p:cNvPr>
          <p:cNvSpPr/>
          <p:nvPr/>
        </p:nvSpPr>
        <p:spPr>
          <a:xfrm rot="601261">
            <a:off x="2815209" y="1261192"/>
            <a:ext cx="647840" cy="281269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840" h="281269">
                <a:moveTo>
                  <a:pt x="434109" y="16776"/>
                </a:moveTo>
                <a:cubicBezTo>
                  <a:pt x="607273" y="-14611"/>
                  <a:pt x="621002" y="-7123"/>
                  <a:pt x="647840" y="83950"/>
                </a:cubicBezTo>
                <a:cubicBezTo>
                  <a:pt x="648180" y="196271"/>
                  <a:pt x="446398" y="199600"/>
                  <a:pt x="0" y="281269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AC169FA-7739-402E-BF85-523E85E65476}"/>
              </a:ext>
            </a:extLst>
          </p:cNvPr>
          <p:cNvSpPr/>
          <p:nvPr/>
        </p:nvSpPr>
        <p:spPr>
          <a:xfrm rot="20998739" flipV="1">
            <a:off x="2815207" y="1527393"/>
            <a:ext cx="647840" cy="281269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840" h="281269">
                <a:moveTo>
                  <a:pt x="434109" y="16776"/>
                </a:moveTo>
                <a:cubicBezTo>
                  <a:pt x="607273" y="-14611"/>
                  <a:pt x="621002" y="-7123"/>
                  <a:pt x="647840" y="83950"/>
                </a:cubicBezTo>
                <a:cubicBezTo>
                  <a:pt x="648180" y="196271"/>
                  <a:pt x="446398" y="199600"/>
                  <a:pt x="0" y="281269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3045619" y="1174715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36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>
            <a:off x="1704108" y="1297691"/>
            <a:ext cx="157487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2BF8220-1664-4D8E-951D-E8E5C5FB5917}"/>
              </a:ext>
            </a:extLst>
          </p:cNvPr>
          <p:cNvCxnSpPr>
            <a:cxnSpLocks/>
          </p:cNvCxnSpPr>
          <p:nvPr/>
        </p:nvCxnSpPr>
        <p:spPr>
          <a:xfrm>
            <a:off x="1704108" y="1772699"/>
            <a:ext cx="157487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CF39198-A919-476C-BD27-F7B27D7BD4B8}"/>
              </a:ext>
            </a:extLst>
          </p:cNvPr>
          <p:cNvCxnSpPr>
            <a:cxnSpLocks/>
          </p:cNvCxnSpPr>
          <p:nvPr/>
        </p:nvCxnSpPr>
        <p:spPr>
          <a:xfrm>
            <a:off x="3212306" y="1378744"/>
            <a:ext cx="0" cy="316706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0ACD9FDB-EF26-434E-8E99-115B197DEC3B}"/>
              </a:ext>
            </a:extLst>
          </p:cNvPr>
          <p:cNvSpPr/>
          <p:nvPr/>
        </p:nvSpPr>
        <p:spPr>
          <a:xfrm rot="601261">
            <a:off x="2815209" y="1261192"/>
            <a:ext cx="647840" cy="281269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840" h="281269">
                <a:moveTo>
                  <a:pt x="434109" y="16776"/>
                </a:moveTo>
                <a:cubicBezTo>
                  <a:pt x="607273" y="-14611"/>
                  <a:pt x="621002" y="-7123"/>
                  <a:pt x="647840" y="83950"/>
                </a:cubicBezTo>
                <a:cubicBezTo>
                  <a:pt x="648180" y="196271"/>
                  <a:pt x="446398" y="199600"/>
                  <a:pt x="0" y="281269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AC169FA-7739-402E-BF85-523E85E65476}"/>
              </a:ext>
            </a:extLst>
          </p:cNvPr>
          <p:cNvSpPr/>
          <p:nvPr/>
        </p:nvSpPr>
        <p:spPr>
          <a:xfrm rot="20998739" flipV="1">
            <a:off x="2815207" y="1527393"/>
            <a:ext cx="647840" cy="281269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840" h="281269">
                <a:moveTo>
                  <a:pt x="434109" y="16776"/>
                </a:moveTo>
                <a:cubicBezTo>
                  <a:pt x="607273" y="-14611"/>
                  <a:pt x="621002" y="-7123"/>
                  <a:pt x="647840" y="83950"/>
                </a:cubicBezTo>
                <a:cubicBezTo>
                  <a:pt x="648180" y="196271"/>
                  <a:pt x="446398" y="199600"/>
                  <a:pt x="0" y="281269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2702719" y="1174715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02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323021D-2AE0-4759-BABF-882F46A9B646}"/>
              </a:ext>
            </a:extLst>
          </p:cNvPr>
          <p:cNvCxnSpPr>
            <a:cxnSpLocks/>
          </p:cNvCxnSpPr>
          <p:nvPr/>
        </p:nvCxnSpPr>
        <p:spPr>
          <a:xfrm flipV="1">
            <a:off x="1725540" y="1534714"/>
            <a:ext cx="1484385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AC169FA-7739-402E-BF85-523E85E65476}"/>
              </a:ext>
            </a:extLst>
          </p:cNvPr>
          <p:cNvSpPr/>
          <p:nvPr/>
        </p:nvSpPr>
        <p:spPr>
          <a:xfrm rot="20998739" flipV="1">
            <a:off x="2649871" y="1393992"/>
            <a:ext cx="676135" cy="281292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  <a:gd name="connsiteX0" fmla="*/ 0 w 675266"/>
              <a:gd name="connsiteY0" fmla="*/ 59966 h 240486"/>
              <a:gd name="connsiteX1" fmla="*/ 675266 w 675266"/>
              <a:gd name="connsiteY1" fmla="*/ 43167 h 240486"/>
              <a:gd name="connsiteX2" fmla="*/ 27426 w 675266"/>
              <a:gd name="connsiteY2" fmla="*/ 240486 h 240486"/>
              <a:gd name="connsiteX0" fmla="*/ 0 w 675266"/>
              <a:gd name="connsiteY0" fmla="*/ 82564 h 263084"/>
              <a:gd name="connsiteX1" fmla="*/ 675266 w 675266"/>
              <a:gd name="connsiteY1" fmla="*/ 65765 h 263084"/>
              <a:gd name="connsiteX2" fmla="*/ 27426 w 675266"/>
              <a:gd name="connsiteY2" fmla="*/ 263084 h 263084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100772 h 281292"/>
              <a:gd name="connsiteX1" fmla="*/ 675266 w 675266"/>
              <a:gd name="connsiteY1" fmla="*/ 83973 h 281292"/>
              <a:gd name="connsiteX2" fmla="*/ 27426 w 675266"/>
              <a:gd name="connsiteY2" fmla="*/ 281292 h 281292"/>
              <a:gd name="connsiteX0" fmla="*/ 0 w 676135"/>
              <a:gd name="connsiteY0" fmla="*/ 100772 h 281292"/>
              <a:gd name="connsiteX1" fmla="*/ 675266 w 676135"/>
              <a:gd name="connsiteY1" fmla="*/ 83973 h 281292"/>
              <a:gd name="connsiteX2" fmla="*/ 27426 w 676135"/>
              <a:gd name="connsiteY2" fmla="*/ 281292 h 28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135" h="281292">
                <a:moveTo>
                  <a:pt x="0" y="100772"/>
                </a:moveTo>
                <a:cubicBezTo>
                  <a:pt x="497450" y="2409"/>
                  <a:pt x="649106" y="-58001"/>
                  <a:pt x="675266" y="83973"/>
                </a:cubicBezTo>
                <a:cubicBezTo>
                  <a:pt x="691747" y="205533"/>
                  <a:pt x="473824" y="199623"/>
                  <a:pt x="27426" y="281292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2837919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F0C9F4A-05B3-4E33-B6A3-D4BC905E6C69}"/>
              </a:ext>
            </a:extLst>
          </p:cNvPr>
          <p:cNvCxnSpPr>
            <a:cxnSpLocks/>
          </p:cNvCxnSpPr>
          <p:nvPr/>
        </p:nvCxnSpPr>
        <p:spPr>
          <a:xfrm>
            <a:off x="2516451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EA4A28E-130F-4E89-A239-59C53BF55B22}"/>
              </a:ext>
            </a:extLst>
          </p:cNvPr>
          <p:cNvCxnSpPr>
            <a:cxnSpLocks/>
          </p:cNvCxnSpPr>
          <p:nvPr/>
        </p:nvCxnSpPr>
        <p:spPr>
          <a:xfrm>
            <a:off x="3130813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48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AC169FA-7739-402E-BF85-523E85E65476}"/>
              </a:ext>
            </a:extLst>
          </p:cNvPr>
          <p:cNvSpPr/>
          <p:nvPr/>
        </p:nvSpPr>
        <p:spPr>
          <a:xfrm rot="20998739" flipV="1">
            <a:off x="1829095" y="1465960"/>
            <a:ext cx="1503663" cy="287441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  <a:gd name="connsiteX0" fmla="*/ 0 w 675266"/>
              <a:gd name="connsiteY0" fmla="*/ 59966 h 240486"/>
              <a:gd name="connsiteX1" fmla="*/ 675266 w 675266"/>
              <a:gd name="connsiteY1" fmla="*/ 43167 h 240486"/>
              <a:gd name="connsiteX2" fmla="*/ 27426 w 675266"/>
              <a:gd name="connsiteY2" fmla="*/ 240486 h 240486"/>
              <a:gd name="connsiteX0" fmla="*/ 0 w 675266"/>
              <a:gd name="connsiteY0" fmla="*/ 82564 h 263084"/>
              <a:gd name="connsiteX1" fmla="*/ 675266 w 675266"/>
              <a:gd name="connsiteY1" fmla="*/ 65765 h 263084"/>
              <a:gd name="connsiteX2" fmla="*/ 27426 w 675266"/>
              <a:gd name="connsiteY2" fmla="*/ 263084 h 263084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100772 h 281292"/>
              <a:gd name="connsiteX1" fmla="*/ 675266 w 675266"/>
              <a:gd name="connsiteY1" fmla="*/ 83973 h 281292"/>
              <a:gd name="connsiteX2" fmla="*/ 27426 w 675266"/>
              <a:gd name="connsiteY2" fmla="*/ 281292 h 281292"/>
              <a:gd name="connsiteX0" fmla="*/ 0 w 676135"/>
              <a:gd name="connsiteY0" fmla="*/ 100772 h 281292"/>
              <a:gd name="connsiteX1" fmla="*/ 675266 w 676135"/>
              <a:gd name="connsiteY1" fmla="*/ 83973 h 281292"/>
              <a:gd name="connsiteX2" fmla="*/ 27426 w 676135"/>
              <a:gd name="connsiteY2" fmla="*/ 281292 h 281292"/>
              <a:gd name="connsiteX0" fmla="*/ 0 w 1503760"/>
              <a:gd name="connsiteY0" fmla="*/ 188985 h 249859"/>
              <a:gd name="connsiteX1" fmla="*/ 1502891 w 1503760"/>
              <a:gd name="connsiteY1" fmla="*/ 52540 h 249859"/>
              <a:gd name="connsiteX2" fmla="*/ 855051 w 1503760"/>
              <a:gd name="connsiteY2" fmla="*/ 249859 h 249859"/>
              <a:gd name="connsiteX0" fmla="*/ 0 w 1503760"/>
              <a:gd name="connsiteY0" fmla="*/ 210516 h 271390"/>
              <a:gd name="connsiteX1" fmla="*/ 1502891 w 1503760"/>
              <a:gd name="connsiteY1" fmla="*/ 74071 h 271390"/>
              <a:gd name="connsiteX2" fmla="*/ 855051 w 1503760"/>
              <a:gd name="connsiteY2" fmla="*/ 271390 h 271390"/>
              <a:gd name="connsiteX0" fmla="*/ 0 w 1504003"/>
              <a:gd name="connsiteY0" fmla="*/ 237352 h 298226"/>
              <a:gd name="connsiteX1" fmla="*/ 1502891 w 1504003"/>
              <a:gd name="connsiteY1" fmla="*/ 100907 h 298226"/>
              <a:gd name="connsiteX2" fmla="*/ 855051 w 1504003"/>
              <a:gd name="connsiteY2" fmla="*/ 298226 h 298226"/>
              <a:gd name="connsiteX0" fmla="*/ 0 w 1503760"/>
              <a:gd name="connsiteY0" fmla="*/ 217460 h 278334"/>
              <a:gd name="connsiteX1" fmla="*/ 1502891 w 1503760"/>
              <a:gd name="connsiteY1" fmla="*/ 81015 h 278334"/>
              <a:gd name="connsiteX2" fmla="*/ 855051 w 1503760"/>
              <a:gd name="connsiteY2" fmla="*/ 278334 h 278334"/>
              <a:gd name="connsiteX0" fmla="*/ 0 w 1503871"/>
              <a:gd name="connsiteY0" fmla="*/ 217460 h 278334"/>
              <a:gd name="connsiteX1" fmla="*/ 1502891 w 1503871"/>
              <a:gd name="connsiteY1" fmla="*/ 81015 h 278334"/>
              <a:gd name="connsiteX2" fmla="*/ 855051 w 1503871"/>
              <a:gd name="connsiteY2" fmla="*/ 278334 h 278334"/>
              <a:gd name="connsiteX0" fmla="*/ 0 w 1504502"/>
              <a:gd name="connsiteY0" fmla="*/ 217460 h 278334"/>
              <a:gd name="connsiteX1" fmla="*/ 1502891 w 1504502"/>
              <a:gd name="connsiteY1" fmla="*/ 81015 h 278334"/>
              <a:gd name="connsiteX2" fmla="*/ 855051 w 1504502"/>
              <a:gd name="connsiteY2" fmla="*/ 278334 h 278334"/>
              <a:gd name="connsiteX0" fmla="*/ 0 w 1503663"/>
              <a:gd name="connsiteY0" fmla="*/ 217460 h 278334"/>
              <a:gd name="connsiteX1" fmla="*/ 1502891 w 1503663"/>
              <a:gd name="connsiteY1" fmla="*/ 81015 h 278334"/>
              <a:gd name="connsiteX2" fmla="*/ 855051 w 1503663"/>
              <a:gd name="connsiteY2" fmla="*/ 278334 h 278334"/>
              <a:gd name="connsiteX0" fmla="*/ 0 w 1503663"/>
              <a:gd name="connsiteY0" fmla="*/ 219889 h 280763"/>
              <a:gd name="connsiteX1" fmla="*/ 1502891 w 1503663"/>
              <a:gd name="connsiteY1" fmla="*/ 83444 h 280763"/>
              <a:gd name="connsiteX2" fmla="*/ 855051 w 1503663"/>
              <a:gd name="connsiteY2" fmla="*/ 280763 h 280763"/>
              <a:gd name="connsiteX0" fmla="*/ 0 w 1503663"/>
              <a:gd name="connsiteY0" fmla="*/ 225300 h 286174"/>
              <a:gd name="connsiteX1" fmla="*/ 1502891 w 1503663"/>
              <a:gd name="connsiteY1" fmla="*/ 88855 h 286174"/>
              <a:gd name="connsiteX2" fmla="*/ 855051 w 1503663"/>
              <a:gd name="connsiteY2" fmla="*/ 286174 h 286174"/>
              <a:gd name="connsiteX0" fmla="*/ 0 w 1503663"/>
              <a:gd name="connsiteY0" fmla="*/ 226567 h 287441"/>
              <a:gd name="connsiteX1" fmla="*/ 1502891 w 1503663"/>
              <a:gd name="connsiteY1" fmla="*/ 90122 h 287441"/>
              <a:gd name="connsiteX2" fmla="*/ 855051 w 1503663"/>
              <a:gd name="connsiteY2" fmla="*/ 287441 h 287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3663" h="287441">
                <a:moveTo>
                  <a:pt x="0" y="226567"/>
                </a:moveTo>
                <a:cubicBezTo>
                  <a:pt x="1403834" y="-24705"/>
                  <a:pt x="1479762" y="-62061"/>
                  <a:pt x="1502891" y="90122"/>
                </a:cubicBezTo>
                <a:cubicBezTo>
                  <a:pt x="1520473" y="204233"/>
                  <a:pt x="1235793" y="217374"/>
                  <a:pt x="855051" y="287441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2923644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21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AC169FA-7739-402E-BF85-523E85E65476}"/>
              </a:ext>
            </a:extLst>
          </p:cNvPr>
          <p:cNvSpPr/>
          <p:nvPr/>
        </p:nvSpPr>
        <p:spPr>
          <a:xfrm rot="601261">
            <a:off x="1854445" y="1390995"/>
            <a:ext cx="1503663" cy="287441"/>
          </a:xfrm>
          <a:custGeom>
            <a:avLst/>
            <a:gdLst>
              <a:gd name="connsiteX0" fmla="*/ 0 w 315838"/>
              <a:gd name="connsiteY0" fmla="*/ 0 h 366712"/>
              <a:gd name="connsiteX1" fmla="*/ 311944 w 315838"/>
              <a:gd name="connsiteY1" fmla="*/ 61912 h 366712"/>
              <a:gd name="connsiteX2" fmla="*/ 164306 w 315838"/>
              <a:gd name="connsiteY2" fmla="*/ 366712 h 366712"/>
              <a:gd name="connsiteX0" fmla="*/ 0 w 326464"/>
              <a:gd name="connsiteY0" fmla="*/ 0 h 366712"/>
              <a:gd name="connsiteX1" fmla="*/ 311944 w 326464"/>
              <a:gd name="connsiteY1" fmla="*/ 61912 h 366712"/>
              <a:gd name="connsiteX2" fmla="*/ 164306 w 326464"/>
              <a:gd name="connsiteY2" fmla="*/ 366712 h 366712"/>
              <a:gd name="connsiteX0" fmla="*/ 0 w 326464"/>
              <a:gd name="connsiteY0" fmla="*/ 12400 h 379112"/>
              <a:gd name="connsiteX1" fmla="*/ 311944 w 326464"/>
              <a:gd name="connsiteY1" fmla="*/ 74312 h 379112"/>
              <a:gd name="connsiteX2" fmla="*/ 164306 w 326464"/>
              <a:gd name="connsiteY2" fmla="*/ 379112 h 379112"/>
              <a:gd name="connsiteX0" fmla="*/ 0 w 326464"/>
              <a:gd name="connsiteY0" fmla="*/ 34055 h 400767"/>
              <a:gd name="connsiteX1" fmla="*/ 311944 w 326464"/>
              <a:gd name="connsiteY1" fmla="*/ 95967 h 400767"/>
              <a:gd name="connsiteX2" fmla="*/ 164306 w 326464"/>
              <a:gd name="connsiteY2" fmla="*/ 400767 h 400767"/>
              <a:gd name="connsiteX0" fmla="*/ 0 w 326464"/>
              <a:gd name="connsiteY0" fmla="*/ 24952 h 391664"/>
              <a:gd name="connsiteX1" fmla="*/ 311944 w 326464"/>
              <a:gd name="connsiteY1" fmla="*/ 86864 h 391664"/>
              <a:gd name="connsiteX2" fmla="*/ 164306 w 326464"/>
              <a:gd name="connsiteY2" fmla="*/ 391664 h 391664"/>
              <a:gd name="connsiteX0" fmla="*/ 0 w 331757"/>
              <a:gd name="connsiteY0" fmla="*/ 24952 h 391664"/>
              <a:gd name="connsiteX1" fmla="*/ 311944 w 331757"/>
              <a:gd name="connsiteY1" fmla="*/ 86864 h 391664"/>
              <a:gd name="connsiteX2" fmla="*/ 164306 w 331757"/>
              <a:gd name="connsiteY2" fmla="*/ 391664 h 391664"/>
              <a:gd name="connsiteX0" fmla="*/ 437284 w 753244"/>
              <a:gd name="connsiteY0" fmla="*/ 24952 h 285171"/>
              <a:gd name="connsiteX1" fmla="*/ 749228 w 753244"/>
              <a:gd name="connsiteY1" fmla="*/ 86864 h 285171"/>
              <a:gd name="connsiteX2" fmla="*/ 0 w 753244"/>
              <a:gd name="connsiteY2" fmla="*/ 285171 h 285171"/>
              <a:gd name="connsiteX0" fmla="*/ 437284 w 753411"/>
              <a:gd name="connsiteY0" fmla="*/ 24952 h 285171"/>
              <a:gd name="connsiteX1" fmla="*/ 749228 w 753411"/>
              <a:gd name="connsiteY1" fmla="*/ 86864 h 285171"/>
              <a:gd name="connsiteX2" fmla="*/ 0 w 753411"/>
              <a:gd name="connsiteY2" fmla="*/ 285171 h 285171"/>
              <a:gd name="connsiteX0" fmla="*/ 437284 w 652712"/>
              <a:gd name="connsiteY0" fmla="*/ 24564 h 284783"/>
              <a:gd name="connsiteX1" fmla="*/ 647840 w 652712"/>
              <a:gd name="connsiteY1" fmla="*/ 87464 h 284783"/>
              <a:gd name="connsiteX2" fmla="*/ 0 w 652712"/>
              <a:gd name="connsiteY2" fmla="*/ 284783 h 284783"/>
              <a:gd name="connsiteX0" fmla="*/ 437284 w 652712"/>
              <a:gd name="connsiteY0" fmla="*/ 15467 h 275686"/>
              <a:gd name="connsiteX1" fmla="*/ 647840 w 652712"/>
              <a:gd name="connsiteY1" fmla="*/ 78367 h 275686"/>
              <a:gd name="connsiteX2" fmla="*/ 0 w 652712"/>
              <a:gd name="connsiteY2" fmla="*/ 275686 h 275686"/>
              <a:gd name="connsiteX0" fmla="*/ 437284 w 647840"/>
              <a:gd name="connsiteY0" fmla="*/ 15467 h 275686"/>
              <a:gd name="connsiteX1" fmla="*/ 647840 w 647840"/>
              <a:gd name="connsiteY1" fmla="*/ 78367 h 275686"/>
              <a:gd name="connsiteX2" fmla="*/ 0 w 647840"/>
              <a:gd name="connsiteY2" fmla="*/ 275686 h 275686"/>
              <a:gd name="connsiteX0" fmla="*/ 434798 w 647840"/>
              <a:gd name="connsiteY0" fmla="*/ 12453 h 286741"/>
              <a:gd name="connsiteX1" fmla="*/ 647840 w 647840"/>
              <a:gd name="connsiteY1" fmla="*/ 89422 h 286741"/>
              <a:gd name="connsiteX2" fmla="*/ 0 w 647840"/>
              <a:gd name="connsiteY2" fmla="*/ 286741 h 286741"/>
              <a:gd name="connsiteX0" fmla="*/ 434109 w 647840"/>
              <a:gd name="connsiteY0" fmla="*/ 14447 h 278940"/>
              <a:gd name="connsiteX1" fmla="*/ 647840 w 647840"/>
              <a:gd name="connsiteY1" fmla="*/ 81621 h 278940"/>
              <a:gd name="connsiteX2" fmla="*/ 0 w 647840"/>
              <a:gd name="connsiteY2" fmla="*/ 278940 h 278940"/>
              <a:gd name="connsiteX0" fmla="*/ 434109 w 647840"/>
              <a:gd name="connsiteY0" fmla="*/ 8229 h 272722"/>
              <a:gd name="connsiteX1" fmla="*/ 647840 w 647840"/>
              <a:gd name="connsiteY1" fmla="*/ 75403 h 272722"/>
              <a:gd name="connsiteX2" fmla="*/ 0 w 647840"/>
              <a:gd name="connsiteY2" fmla="*/ 272722 h 272722"/>
              <a:gd name="connsiteX0" fmla="*/ 434109 w 648334"/>
              <a:gd name="connsiteY0" fmla="*/ 8229 h 272722"/>
              <a:gd name="connsiteX1" fmla="*/ 647840 w 648334"/>
              <a:gd name="connsiteY1" fmla="*/ 75403 h 272722"/>
              <a:gd name="connsiteX2" fmla="*/ 0 w 648334"/>
              <a:gd name="connsiteY2" fmla="*/ 272722 h 272722"/>
              <a:gd name="connsiteX0" fmla="*/ 434109 w 648334"/>
              <a:gd name="connsiteY0" fmla="*/ 10000 h 274493"/>
              <a:gd name="connsiteX1" fmla="*/ 647840 w 648334"/>
              <a:gd name="connsiteY1" fmla="*/ 77174 h 274493"/>
              <a:gd name="connsiteX2" fmla="*/ 0 w 648334"/>
              <a:gd name="connsiteY2" fmla="*/ 274493 h 274493"/>
              <a:gd name="connsiteX0" fmla="*/ 434109 w 648334"/>
              <a:gd name="connsiteY0" fmla="*/ 16621 h 281114"/>
              <a:gd name="connsiteX1" fmla="*/ 647840 w 648334"/>
              <a:gd name="connsiteY1" fmla="*/ 83795 h 281114"/>
              <a:gd name="connsiteX2" fmla="*/ 0 w 648334"/>
              <a:gd name="connsiteY2" fmla="*/ 281114 h 281114"/>
              <a:gd name="connsiteX0" fmla="*/ 434109 w 648952"/>
              <a:gd name="connsiteY0" fmla="*/ 16621 h 281114"/>
              <a:gd name="connsiteX1" fmla="*/ 647840 w 648952"/>
              <a:gd name="connsiteY1" fmla="*/ 83795 h 281114"/>
              <a:gd name="connsiteX2" fmla="*/ 0 w 648952"/>
              <a:gd name="connsiteY2" fmla="*/ 281114 h 281114"/>
              <a:gd name="connsiteX0" fmla="*/ 434109 w 647840"/>
              <a:gd name="connsiteY0" fmla="*/ 16621 h 281114"/>
              <a:gd name="connsiteX1" fmla="*/ 647840 w 647840"/>
              <a:gd name="connsiteY1" fmla="*/ 83795 h 281114"/>
              <a:gd name="connsiteX2" fmla="*/ 0 w 647840"/>
              <a:gd name="connsiteY2" fmla="*/ 281114 h 281114"/>
              <a:gd name="connsiteX0" fmla="*/ 434109 w 647840"/>
              <a:gd name="connsiteY0" fmla="*/ 16776 h 281269"/>
              <a:gd name="connsiteX1" fmla="*/ 647840 w 647840"/>
              <a:gd name="connsiteY1" fmla="*/ 83950 h 281269"/>
              <a:gd name="connsiteX2" fmla="*/ 0 w 647840"/>
              <a:gd name="connsiteY2" fmla="*/ 281269 h 281269"/>
              <a:gd name="connsiteX0" fmla="*/ 0 w 675266"/>
              <a:gd name="connsiteY0" fmla="*/ 59966 h 240486"/>
              <a:gd name="connsiteX1" fmla="*/ 675266 w 675266"/>
              <a:gd name="connsiteY1" fmla="*/ 43167 h 240486"/>
              <a:gd name="connsiteX2" fmla="*/ 27426 w 675266"/>
              <a:gd name="connsiteY2" fmla="*/ 240486 h 240486"/>
              <a:gd name="connsiteX0" fmla="*/ 0 w 675266"/>
              <a:gd name="connsiteY0" fmla="*/ 82564 h 263084"/>
              <a:gd name="connsiteX1" fmla="*/ 675266 w 675266"/>
              <a:gd name="connsiteY1" fmla="*/ 65765 h 263084"/>
              <a:gd name="connsiteX2" fmla="*/ 27426 w 675266"/>
              <a:gd name="connsiteY2" fmla="*/ 263084 h 263084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95543 h 276063"/>
              <a:gd name="connsiteX1" fmla="*/ 675266 w 675266"/>
              <a:gd name="connsiteY1" fmla="*/ 78744 h 276063"/>
              <a:gd name="connsiteX2" fmla="*/ 27426 w 675266"/>
              <a:gd name="connsiteY2" fmla="*/ 276063 h 276063"/>
              <a:gd name="connsiteX0" fmla="*/ 0 w 675266"/>
              <a:gd name="connsiteY0" fmla="*/ 100772 h 281292"/>
              <a:gd name="connsiteX1" fmla="*/ 675266 w 675266"/>
              <a:gd name="connsiteY1" fmla="*/ 83973 h 281292"/>
              <a:gd name="connsiteX2" fmla="*/ 27426 w 675266"/>
              <a:gd name="connsiteY2" fmla="*/ 281292 h 281292"/>
              <a:gd name="connsiteX0" fmla="*/ 0 w 676135"/>
              <a:gd name="connsiteY0" fmla="*/ 100772 h 281292"/>
              <a:gd name="connsiteX1" fmla="*/ 675266 w 676135"/>
              <a:gd name="connsiteY1" fmla="*/ 83973 h 281292"/>
              <a:gd name="connsiteX2" fmla="*/ 27426 w 676135"/>
              <a:gd name="connsiteY2" fmla="*/ 281292 h 281292"/>
              <a:gd name="connsiteX0" fmla="*/ 0 w 1503760"/>
              <a:gd name="connsiteY0" fmla="*/ 188985 h 249859"/>
              <a:gd name="connsiteX1" fmla="*/ 1502891 w 1503760"/>
              <a:gd name="connsiteY1" fmla="*/ 52540 h 249859"/>
              <a:gd name="connsiteX2" fmla="*/ 855051 w 1503760"/>
              <a:gd name="connsiteY2" fmla="*/ 249859 h 249859"/>
              <a:gd name="connsiteX0" fmla="*/ 0 w 1503760"/>
              <a:gd name="connsiteY0" fmla="*/ 210516 h 271390"/>
              <a:gd name="connsiteX1" fmla="*/ 1502891 w 1503760"/>
              <a:gd name="connsiteY1" fmla="*/ 74071 h 271390"/>
              <a:gd name="connsiteX2" fmla="*/ 855051 w 1503760"/>
              <a:gd name="connsiteY2" fmla="*/ 271390 h 271390"/>
              <a:gd name="connsiteX0" fmla="*/ 0 w 1504003"/>
              <a:gd name="connsiteY0" fmla="*/ 237352 h 298226"/>
              <a:gd name="connsiteX1" fmla="*/ 1502891 w 1504003"/>
              <a:gd name="connsiteY1" fmla="*/ 100907 h 298226"/>
              <a:gd name="connsiteX2" fmla="*/ 855051 w 1504003"/>
              <a:gd name="connsiteY2" fmla="*/ 298226 h 298226"/>
              <a:gd name="connsiteX0" fmla="*/ 0 w 1503760"/>
              <a:gd name="connsiteY0" fmla="*/ 217460 h 278334"/>
              <a:gd name="connsiteX1" fmla="*/ 1502891 w 1503760"/>
              <a:gd name="connsiteY1" fmla="*/ 81015 h 278334"/>
              <a:gd name="connsiteX2" fmla="*/ 855051 w 1503760"/>
              <a:gd name="connsiteY2" fmla="*/ 278334 h 278334"/>
              <a:gd name="connsiteX0" fmla="*/ 0 w 1503871"/>
              <a:gd name="connsiteY0" fmla="*/ 217460 h 278334"/>
              <a:gd name="connsiteX1" fmla="*/ 1502891 w 1503871"/>
              <a:gd name="connsiteY1" fmla="*/ 81015 h 278334"/>
              <a:gd name="connsiteX2" fmla="*/ 855051 w 1503871"/>
              <a:gd name="connsiteY2" fmla="*/ 278334 h 278334"/>
              <a:gd name="connsiteX0" fmla="*/ 0 w 1504502"/>
              <a:gd name="connsiteY0" fmla="*/ 217460 h 278334"/>
              <a:gd name="connsiteX1" fmla="*/ 1502891 w 1504502"/>
              <a:gd name="connsiteY1" fmla="*/ 81015 h 278334"/>
              <a:gd name="connsiteX2" fmla="*/ 855051 w 1504502"/>
              <a:gd name="connsiteY2" fmla="*/ 278334 h 278334"/>
              <a:gd name="connsiteX0" fmla="*/ 0 w 1503663"/>
              <a:gd name="connsiteY0" fmla="*/ 217460 h 278334"/>
              <a:gd name="connsiteX1" fmla="*/ 1502891 w 1503663"/>
              <a:gd name="connsiteY1" fmla="*/ 81015 h 278334"/>
              <a:gd name="connsiteX2" fmla="*/ 855051 w 1503663"/>
              <a:gd name="connsiteY2" fmla="*/ 278334 h 278334"/>
              <a:gd name="connsiteX0" fmla="*/ 0 w 1503663"/>
              <a:gd name="connsiteY0" fmla="*/ 219889 h 280763"/>
              <a:gd name="connsiteX1" fmla="*/ 1502891 w 1503663"/>
              <a:gd name="connsiteY1" fmla="*/ 83444 h 280763"/>
              <a:gd name="connsiteX2" fmla="*/ 855051 w 1503663"/>
              <a:gd name="connsiteY2" fmla="*/ 280763 h 280763"/>
              <a:gd name="connsiteX0" fmla="*/ 0 w 1503663"/>
              <a:gd name="connsiteY0" fmla="*/ 225300 h 286174"/>
              <a:gd name="connsiteX1" fmla="*/ 1502891 w 1503663"/>
              <a:gd name="connsiteY1" fmla="*/ 88855 h 286174"/>
              <a:gd name="connsiteX2" fmla="*/ 855051 w 1503663"/>
              <a:gd name="connsiteY2" fmla="*/ 286174 h 286174"/>
              <a:gd name="connsiteX0" fmla="*/ 0 w 1503663"/>
              <a:gd name="connsiteY0" fmla="*/ 226567 h 287441"/>
              <a:gd name="connsiteX1" fmla="*/ 1502891 w 1503663"/>
              <a:gd name="connsiteY1" fmla="*/ 90122 h 287441"/>
              <a:gd name="connsiteX2" fmla="*/ 855051 w 1503663"/>
              <a:gd name="connsiteY2" fmla="*/ 287441 h 287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3663" h="287441">
                <a:moveTo>
                  <a:pt x="0" y="226567"/>
                </a:moveTo>
                <a:cubicBezTo>
                  <a:pt x="1403834" y="-24705"/>
                  <a:pt x="1479762" y="-62061"/>
                  <a:pt x="1502891" y="90122"/>
                </a:cubicBezTo>
                <a:cubicBezTo>
                  <a:pt x="1520473" y="204233"/>
                  <a:pt x="1235793" y="217374"/>
                  <a:pt x="855051" y="287441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2923644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67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3B6FE4F-4421-4E10-913D-120E869C0D60}"/>
              </a:ext>
            </a:extLst>
          </p:cNvPr>
          <p:cNvSpPr/>
          <p:nvPr/>
        </p:nvSpPr>
        <p:spPr>
          <a:xfrm>
            <a:off x="1609724" y="926306"/>
            <a:ext cx="1993107" cy="12168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C4435-EE5A-4BA3-8FCE-B44C5F8BA102}"/>
              </a:ext>
            </a:extLst>
          </p:cNvPr>
          <p:cNvCxnSpPr>
            <a:cxnSpLocks/>
          </p:cNvCxnSpPr>
          <p:nvPr/>
        </p:nvCxnSpPr>
        <p:spPr>
          <a:xfrm>
            <a:off x="2923644" y="1198528"/>
            <a:ext cx="0" cy="7200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438A70A1-49CA-48D6-B764-8EE237FEF2A7}"/>
              </a:ext>
            </a:extLst>
          </p:cNvPr>
          <p:cNvSpPr/>
          <p:nvPr/>
        </p:nvSpPr>
        <p:spPr>
          <a:xfrm flipV="1">
            <a:off x="1769274" y="1470526"/>
            <a:ext cx="1677558" cy="185522"/>
          </a:xfrm>
          <a:custGeom>
            <a:avLst/>
            <a:gdLst>
              <a:gd name="connsiteX0" fmla="*/ 0 w 169069"/>
              <a:gd name="connsiteY0" fmla="*/ 0 h 201426"/>
              <a:gd name="connsiteX1" fmla="*/ 133350 w 169069"/>
              <a:gd name="connsiteY1" fmla="*/ 16668 h 201426"/>
              <a:gd name="connsiteX2" fmla="*/ 169069 w 169069"/>
              <a:gd name="connsiteY2" fmla="*/ 152400 h 201426"/>
              <a:gd name="connsiteX3" fmla="*/ 145256 w 169069"/>
              <a:gd name="connsiteY3" fmla="*/ 195262 h 201426"/>
              <a:gd name="connsiteX4" fmla="*/ 50006 w 169069"/>
              <a:gd name="connsiteY4" fmla="*/ 159543 h 201426"/>
              <a:gd name="connsiteX5" fmla="*/ 45244 w 169069"/>
              <a:gd name="connsiteY5" fmla="*/ 130968 h 201426"/>
              <a:gd name="connsiteX6" fmla="*/ 123825 w 169069"/>
              <a:gd name="connsiteY6" fmla="*/ 123825 h 201426"/>
              <a:gd name="connsiteX0" fmla="*/ 0 w 722282"/>
              <a:gd name="connsiteY0" fmla="*/ 0 h 201426"/>
              <a:gd name="connsiteX1" fmla="*/ 721519 w 722282"/>
              <a:gd name="connsiteY1" fmla="*/ 40481 h 201426"/>
              <a:gd name="connsiteX2" fmla="*/ 169069 w 722282"/>
              <a:gd name="connsiteY2" fmla="*/ 152400 h 201426"/>
              <a:gd name="connsiteX3" fmla="*/ 145256 w 722282"/>
              <a:gd name="connsiteY3" fmla="*/ 195262 h 201426"/>
              <a:gd name="connsiteX4" fmla="*/ 50006 w 722282"/>
              <a:gd name="connsiteY4" fmla="*/ 159543 h 201426"/>
              <a:gd name="connsiteX5" fmla="*/ 45244 w 722282"/>
              <a:gd name="connsiteY5" fmla="*/ 130968 h 201426"/>
              <a:gd name="connsiteX6" fmla="*/ 123825 w 722282"/>
              <a:gd name="connsiteY6" fmla="*/ 123825 h 201426"/>
              <a:gd name="connsiteX0" fmla="*/ 0 w 786313"/>
              <a:gd name="connsiteY0" fmla="*/ 0 h 201584"/>
              <a:gd name="connsiteX1" fmla="*/ 721519 w 786313"/>
              <a:gd name="connsiteY1" fmla="*/ 40481 h 201584"/>
              <a:gd name="connsiteX2" fmla="*/ 752475 w 786313"/>
              <a:gd name="connsiteY2" fmla="*/ 192881 h 201584"/>
              <a:gd name="connsiteX3" fmla="*/ 145256 w 786313"/>
              <a:gd name="connsiteY3" fmla="*/ 195262 h 201584"/>
              <a:gd name="connsiteX4" fmla="*/ 50006 w 786313"/>
              <a:gd name="connsiteY4" fmla="*/ 159543 h 201584"/>
              <a:gd name="connsiteX5" fmla="*/ 45244 w 786313"/>
              <a:gd name="connsiteY5" fmla="*/ 130968 h 201584"/>
              <a:gd name="connsiteX6" fmla="*/ 123825 w 786313"/>
              <a:gd name="connsiteY6" fmla="*/ 123825 h 201584"/>
              <a:gd name="connsiteX0" fmla="*/ 0 w 786313"/>
              <a:gd name="connsiteY0" fmla="*/ 0 h 201584"/>
              <a:gd name="connsiteX1" fmla="*/ 721519 w 786313"/>
              <a:gd name="connsiteY1" fmla="*/ 40481 h 201584"/>
              <a:gd name="connsiteX2" fmla="*/ 752475 w 786313"/>
              <a:gd name="connsiteY2" fmla="*/ 192881 h 201584"/>
              <a:gd name="connsiteX3" fmla="*/ 145256 w 786313"/>
              <a:gd name="connsiteY3" fmla="*/ 195262 h 201584"/>
              <a:gd name="connsiteX4" fmla="*/ 50006 w 786313"/>
              <a:gd name="connsiteY4" fmla="*/ 159543 h 201584"/>
              <a:gd name="connsiteX5" fmla="*/ 45244 w 786313"/>
              <a:gd name="connsiteY5" fmla="*/ 130968 h 201584"/>
              <a:gd name="connsiteX6" fmla="*/ 673894 w 786313"/>
              <a:gd name="connsiteY6" fmla="*/ 121444 h 201584"/>
              <a:gd name="connsiteX0" fmla="*/ 0 w 786313"/>
              <a:gd name="connsiteY0" fmla="*/ 0 h 201584"/>
              <a:gd name="connsiteX1" fmla="*/ 721519 w 786313"/>
              <a:gd name="connsiteY1" fmla="*/ 40481 h 201584"/>
              <a:gd name="connsiteX2" fmla="*/ 752475 w 786313"/>
              <a:gd name="connsiteY2" fmla="*/ 192881 h 201584"/>
              <a:gd name="connsiteX3" fmla="*/ 145256 w 786313"/>
              <a:gd name="connsiteY3" fmla="*/ 195262 h 201584"/>
              <a:gd name="connsiteX4" fmla="*/ 50006 w 786313"/>
              <a:gd name="connsiteY4" fmla="*/ 159543 h 201584"/>
              <a:gd name="connsiteX5" fmla="*/ 478631 w 786313"/>
              <a:gd name="connsiteY5" fmla="*/ 121443 h 201584"/>
              <a:gd name="connsiteX6" fmla="*/ 673894 w 786313"/>
              <a:gd name="connsiteY6" fmla="*/ 121444 h 201584"/>
              <a:gd name="connsiteX0" fmla="*/ 0 w 786313"/>
              <a:gd name="connsiteY0" fmla="*/ 0 h 202273"/>
              <a:gd name="connsiteX1" fmla="*/ 721519 w 786313"/>
              <a:gd name="connsiteY1" fmla="*/ 40481 h 202273"/>
              <a:gd name="connsiteX2" fmla="*/ 752475 w 786313"/>
              <a:gd name="connsiteY2" fmla="*/ 192881 h 202273"/>
              <a:gd name="connsiteX3" fmla="*/ 145256 w 786313"/>
              <a:gd name="connsiteY3" fmla="*/ 195262 h 202273"/>
              <a:gd name="connsiteX4" fmla="*/ 364331 w 786313"/>
              <a:gd name="connsiteY4" fmla="*/ 147637 h 202273"/>
              <a:gd name="connsiteX5" fmla="*/ 478631 w 786313"/>
              <a:gd name="connsiteY5" fmla="*/ 121443 h 202273"/>
              <a:gd name="connsiteX6" fmla="*/ 673894 w 786313"/>
              <a:gd name="connsiteY6" fmla="*/ 121444 h 202273"/>
              <a:gd name="connsiteX0" fmla="*/ 0 w 786313"/>
              <a:gd name="connsiteY0" fmla="*/ 0 h 201253"/>
              <a:gd name="connsiteX1" fmla="*/ 721519 w 786313"/>
              <a:gd name="connsiteY1" fmla="*/ 40481 h 201253"/>
              <a:gd name="connsiteX2" fmla="*/ 752475 w 786313"/>
              <a:gd name="connsiteY2" fmla="*/ 192881 h 201253"/>
              <a:gd name="connsiteX3" fmla="*/ 485775 w 786313"/>
              <a:gd name="connsiteY3" fmla="*/ 192881 h 201253"/>
              <a:gd name="connsiteX4" fmla="*/ 364331 w 786313"/>
              <a:gd name="connsiteY4" fmla="*/ 147637 h 201253"/>
              <a:gd name="connsiteX5" fmla="*/ 478631 w 786313"/>
              <a:gd name="connsiteY5" fmla="*/ 121443 h 201253"/>
              <a:gd name="connsiteX6" fmla="*/ 673894 w 786313"/>
              <a:gd name="connsiteY6" fmla="*/ 121444 h 201253"/>
              <a:gd name="connsiteX0" fmla="*/ 0 w 1307538"/>
              <a:gd name="connsiteY0" fmla="*/ 3894 h 174191"/>
              <a:gd name="connsiteX1" fmla="*/ 1207294 w 1307538"/>
              <a:gd name="connsiteY1" fmla="*/ 13419 h 174191"/>
              <a:gd name="connsiteX2" fmla="*/ 1238250 w 1307538"/>
              <a:gd name="connsiteY2" fmla="*/ 165819 h 174191"/>
              <a:gd name="connsiteX3" fmla="*/ 971550 w 1307538"/>
              <a:gd name="connsiteY3" fmla="*/ 165819 h 174191"/>
              <a:gd name="connsiteX4" fmla="*/ 850106 w 1307538"/>
              <a:gd name="connsiteY4" fmla="*/ 120575 h 174191"/>
              <a:gd name="connsiteX5" fmla="*/ 964406 w 1307538"/>
              <a:gd name="connsiteY5" fmla="*/ 94381 h 174191"/>
              <a:gd name="connsiteX6" fmla="*/ 1159669 w 1307538"/>
              <a:gd name="connsiteY6" fmla="*/ 94382 h 174191"/>
              <a:gd name="connsiteX0" fmla="*/ 0 w 1307538"/>
              <a:gd name="connsiteY0" fmla="*/ 3894 h 187710"/>
              <a:gd name="connsiteX1" fmla="*/ 1207294 w 1307538"/>
              <a:gd name="connsiteY1" fmla="*/ 13419 h 187710"/>
              <a:gd name="connsiteX2" fmla="*/ 1238250 w 1307538"/>
              <a:gd name="connsiteY2" fmla="*/ 165819 h 187710"/>
              <a:gd name="connsiteX3" fmla="*/ 971550 w 1307538"/>
              <a:gd name="connsiteY3" fmla="*/ 165819 h 187710"/>
              <a:gd name="connsiteX4" fmla="*/ 850106 w 1307538"/>
              <a:gd name="connsiteY4" fmla="*/ 120575 h 187710"/>
              <a:gd name="connsiteX5" fmla="*/ 964406 w 1307538"/>
              <a:gd name="connsiteY5" fmla="*/ 94381 h 187710"/>
              <a:gd name="connsiteX6" fmla="*/ 1159669 w 1307538"/>
              <a:gd name="connsiteY6" fmla="*/ 94382 h 187710"/>
              <a:gd name="connsiteX0" fmla="*/ 0 w 1362809"/>
              <a:gd name="connsiteY0" fmla="*/ 2515 h 173533"/>
              <a:gd name="connsiteX1" fmla="*/ 1207294 w 1362809"/>
              <a:gd name="connsiteY1" fmla="*/ 12040 h 173533"/>
              <a:gd name="connsiteX2" fmla="*/ 1347787 w 1362809"/>
              <a:gd name="connsiteY2" fmla="*/ 145390 h 173533"/>
              <a:gd name="connsiteX3" fmla="*/ 971550 w 1362809"/>
              <a:gd name="connsiteY3" fmla="*/ 164440 h 173533"/>
              <a:gd name="connsiteX4" fmla="*/ 850106 w 1362809"/>
              <a:gd name="connsiteY4" fmla="*/ 119196 h 173533"/>
              <a:gd name="connsiteX5" fmla="*/ 964406 w 1362809"/>
              <a:gd name="connsiteY5" fmla="*/ 93002 h 173533"/>
              <a:gd name="connsiteX6" fmla="*/ 1159669 w 1362809"/>
              <a:gd name="connsiteY6" fmla="*/ 93003 h 173533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64406 w 1362809"/>
              <a:gd name="connsiteY5" fmla="*/ 93002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64406 w 1362809"/>
              <a:gd name="connsiteY5" fmla="*/ 93002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64406 w 1362809"/>
              <a:gd name="connsiteY5" fmla="*/ 93002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64406 w 1362809"/>
              <a:gd name="connsiteY5" fmla="*/ 93002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42975 w 1362809"/>
              <a:gd name="connsiteY5" fmla="*/ 64427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42975 w 1362809"/>
              <a:gd name="connsiteY5" fmla="*/ 81096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42975 w 1362809"/>
              <a:gd name="connsiteY5" fmla="*/ 81096 h 175009"/>
              <a:gd name="connsiteX6" fmla="*/ 1159669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42975 w 1362809"/>
              <a:gd name="connsiteY5" fmla="*/ 81096 h 175009"/>
              <a:gd name="connsiteX6" fmla="*/ 1164431 w 1362809"/>
              <a:gd name="connsiteY6" fmla="*/ 93003 h 175009"/>
              <a:gd name="connsiteX0" fmla="*/ 0 w 1362809"/>
              <a:gd name="connsiteY0" fmla="*/ 2515 h 175009"/>
              <a:gd name="connsiteX1" fmla="*/ 1207294 w 1362809"/>
              <a:gd name="connsiteY1" fmla="*/ 12040 h 175009"/>
              <a:gd name="connsiteX2" fmla="*/ 1347787 w 1362809"/>
              <a:gd name="connsiteY2" fmla="*/ 145390 h 175009"/>
              <a:gd name="connsiteX3" fmla="*/ 971550 w 1362809"/>
              <a:gd name="connsiteY3" fmla="*/ 164440 h 175009"/>
              <a:gd name="connsiteX4" fmla="*/ 823913 w 1362809"/>
              <a:gd name="connsiteY4" fmla="*/ 95384 h 175009"/>
              <a:gd name="connsiteX5" fmla="*/ 942975 w 1362809"/>
              <a:gd name="connsiteY5" fmla="*/ 81096 h 175009"/>
              <a:gd name="connsiteX6" fmla="*/ 1164431 w 1362809"/>
              <a:gd name="connsiteY6" fmla="*/ 93003 h 175009"/>
              <a:gd name="connsiteX0" fmla="*/ 0 w 1362809"/>
              <a:gd name="connsiteY0" fmla="*/ 2515 h 173715"/>
              <a:gd name="connsiteX1" fmla="*/ 1207294 w 1362809"/>
              <a:gd name="connsiteY1" fmla="*/ 12040 h 173715"/>
              <a:gd name="connsiteX2" fmla="*/ 1347787 w 1362809"/>
              <a:gd name="connsiteY2" fmla="*/ 145390 h 173715"/>
              <a:gd name="connsiteX3" fmla="*/ 971550 w 1362809"/>
              <a:gd name="connsiteY3" fmla="*/ 164440 h 173715"/>
              <a:gd name="connsiteX4" fmla="*/ 823913 w 1362809"/>
              <a:gd name="connsiteY4" fmla="*/ 95384 h 173715"/>
              <a:gd name="connsiteX5" fmla="*/ 942975 w 1362809"/>
              <a:gd name="connsiteY5" fmla="*/ 81096 h 173715"/>
              <a:gd name="connsiteX6" fmla="*/ 1164431 w 1362809"/>
              <a:gd name="connsiteY6" fmla="*/ 93003 h 173715"/>
              <a:gd name="connsiteX0" fmla="*/ 0 w 1362809"/>
              <a:gd name="connsiteY0" fmla="*/ 2515 h 180618"/>
              <a:gd name="connsiteX1" fmla="*/ 1207294 w 1362809"/>
              <a:gd name="connsiteY1" fmla="*/ 12040 h 180618"/>
              <a:gd name="connsiteX2" fmla="*/ 1347787 w 1362809"/>
              <a:gd name="connsiteY2" fmla="*/ 145390 h 180618"/>
              <a:gd name="connsiteX3" fmla="*/ 971550 w 1362809"/>
              <a:gd name="connsiteY3" fmla="*/ 176346 h 180618"/>
              <a:gd name="connsiteX4" fmla="*/ 823913 w 1362809"/>
              <a:gd name="connsiteY4" fmla="*/ 95384 h 180618"/>
              <a:gd name="connsiteX5" fmla="*/ 942975 w 1362809"/>
              <a:gd name="connsiteY5" fmla="*/ 81096 h 180618"/>
              <a:gd name="connsiteX6" fmla="*/ 1164431 w 1362809"/>
              <a:gd name="connsiteY6" fmla="*/ 93003 h 180618"/>
              <a:gd name="connsiteX0" fmla="*/ 0 w 1362809"/>
              <a:gd name="connsiteY0" fmla="*/ 2515 h 179573"/>
              <a:gd name="connsiteX1" fmla="*/ 1207294 w 1362809"/>
              <a:gd name="connsiteY1" fmla="*/ 12040 h 179573"/>
              <a:gd name="connsiteX2" fmla="*/ 1347787 w 1362809"/>
              <a:gd name="connsiteY2" fmla="*/ 145390 h 179573"/>
              <a:gd name="connsiteX3" fmla="*/ 971550 w 1362809"/>
              <a:gd name="connsiteY3" fmla="*/ 176346 h 179573"/>
              <a:gd name="connsiteX4" fmla="*/ 823913 w 1362809"/>
              <a:gd name="connsiteY4" fmla="*/ 95384 h 179573"/>
              <a:gd name="connsiteX5" fmla="*/ 942975 w 1362809"/>
              <a:gd name="connsiteY5" fmla="*/ 81096 h 179573"/>
              <a:gd name="connsiteX6" fmla="*/ 1164431 w 1362809"/>
              <a:gd name="connsiteY6" fmla="*/ 93003 h 179573"/>
              <a:gd name="connsiteX0" fmla="*/ 0 w 1366152"/>
              <a:gd name="connsiteY0" fmla="*/ 2515 h 179573"/>
              <a:gd name="connsiteX1" fmla="*/ 1207294 w 1366152"/>
              <a:gd name="connsiteY1" fmla="*/ 12040 h 179573"/>
              <a:gd name="connsiteX2" fmla="*/ 1347787 w 1366152"/>
              <a:gd name="connsiteY2" fmla="*/ 145390 h 179573"/>
              <a:gd name="connsiteX3" fmla="*/ 971550 w 1366152"/>
              <a:gd name="connsiteY3" fmla="*/ 176346 h 179573"/>
              <a:gd name="connsiteX4" fmla="*/ 823913 w 1366152"/>
              <a:gd name="connsiteY4" fmla="*/ 95384 h 179573"/>
              <a:gd name="connsiteX5" fmla="*/ 942975 w 1366152"/>
              <a:gd name="connsiteY5" fmla="*/ 81096 h 179573"/>
              <a:gd name="connsiteX6" fmla="*/ 1164431 w 1366152"/>
              <a:gd name="connsiteY6" fmla="*/ 93003 h 179573"/>
              <a:gd name="connsiteX0" fmla="*/ 0 w 1373762"/>
              <a:gd name="connsiteY0" fmla="*/ 2515 h 179573"/>
              <a:gd name="connsiteX1" fmla="*/ 1207294 w 1373762"/>
              <a:gd name="connsiteY1" fmla="*/ 12040 h 179573"/>
              <a:gd name="connsiteX2" fmla="*/ 1347787 w 1373762"/>
              <a:gd name="connsiteY2" fmla="*/ 145390 h 179573"/>
              <a:gd name="connsiteX3" fmla="*/ 971550 w 1373762"/>
              <a:gd name="connsiteY3" fmla="*/ 176346 h 179573"/>
              <a:gd name="connsiteX4" fmla="*/ 823913 w 1373762"/>
              <a:gd name="connsiteY4" fmla="*/ 95384 h 179573"/>
              <a:gd name="connsiteX5" fmla="*/ 942975 w 1373762"/>
              <a:gd name="connsiteY5" fmla="*/ 81096 h 179573"/>
              <a:gd name="connsiteX6" fmla="*/ 1164431 w 1373762"/>
              <a:gd name="connsiteY6" fmla="*/ 93003 h 179573"/>
              <a:gd name="connsiteX0" fmla="*/ 0 w 1372407"/>
              <a:gd name="connsiteY0" fmla="*/ 3203 h 187105"/>
              <a:gd name="connsiteX1" fmla="*/ 1207294 w 1372407"/>
              <a:gd name="connsiteY1" fmla="*/ 12728 h 187105"/>
              <a:gd name="connsiteX2" fmla="*/ 1345804 w 1372407"/>
              <a:gd name="connsiteY2" fmla="*/ 155603 h 187105"/>
              <a:gd name="connsiteX3" fmla="*/ 971550 w 1372407"/>
              <a:gd name="connsiteY3" fmla="*/ 177034 h 187105"/>
              <a:gd name="connsiteX4" fmla="*/ 823913 w 1372407"/>
              <a:gd name="connsiteY4" fmla="*/ 96072 h 187105"/>
              <a:gd name="connsiteX5" fmla="*/ 942975 w 1372407"/>
              <a:gd name="connsiteY5" fmla="*/ 81784 h 187105"/>
              <a:gd name="connsiteX6" fmla="*/ 1164431 w 1372407"/>
              <a:gd name="connsiteY6" fmla="*/ 93691 h 187105"/>
              <a:gd name="connsiteX0" fmla="*/ 0 w 1372407"/>
              <a:gd name="connsiteY0" fmla="*/ 3203 h 181736"/>
              <a:gd name="connsiteX1" fmla="*/ 1207294 w 1372407"/>
              <a:gd name="connsiteY1" fmla="*/ 12728 h 181736"/>
              <a:gd name="connsiteX2" fmla="*/ 1345804 w 1372407"/>
              <a:gd name="connsiteY2" fmla="*/ 155603 h 181736"/>
              <a:gd name="connsiteX3" fmla="*/ 971550 w 1372407"/>
              <a:gd name="connsiteY3" fmla="*/ 177034 h 181736"/>
              <a:gd name="connsiteX4" fmla="*/ 823913 w 1372407"/>
              <a:gd name="connsiteY4" fmla="*/ 96072 h 181736"/>
              <a:gd name="connsiteX5" fmla="*/ 942975 w 1372407"/>
              <a:gd name="connsiteY5" fmla="*/ 81784 h 181736"/>
              <a:gd name="connsiteX6" fmla="*/ 1164431 w 1372407"/>
              <a:gd name="connsiteY6" fmla="*/ 93691 h 181736"/>
              <a:gd name="connsiteX0" fmla="*/ 0 w 1372407"/>
              <a:gd name="connsiteY0" fmla="*/ 3203 h 182794"/>
              <a:gd name="connsiteX1" fmla="*/ 1207294 w 1372407"/>
              <a:gd name="connsiteY1" fmla="*/ 12728 h 182794"/>
              <a:gd name="connsiteX2" fmla="*/ 1345804 w 1372407"/>
              <a:gd name="connsiteY2" fmla="*/ 155603 h 182794"/>
              <a:gd name="connsiteX3" fmla="*/ 971550 w 1372407"/>
              <a:gd name="connsiteY3" fmla="*/ 177034 h 182794"/>
              <a:gd name="connsiteX4" fmla="*/ 823913 w 1372407"/>
              <a:gd name="connsiteY4" fmla="*/ 96072 h 182794"/>
              <a:gd name="connsiteX5" fmla="*/ 942975 w 1372407"/>
              <a:gd name="connsiteY5" fmla="*/ 81784 h 182794"/>
              <a:gd name="connsiteX6" fmla="*/ 1164431 w 1372407"/>
              <a:gd name="connsiteY6" fmla="*/ 93691 h 182794"/>
              <a:gd name="connsiteX0" fmla="*/ 0 w 1371064"/>
              <a:gd name="connsiteY0" fmla="*/ 2001 h 177640"/>
              <a:gd name="connsiteX1" fmla="*/ 1207294 w 1371064"/>
              <a:gd name="connsiteY1" fmla="*/ 11526 h 177640"/>
              <a:gd name="connsiteX2" fmla="*/ 1343821 w 1371064"/>
              <a:gd name="connsiteY2" fmla="*/ 137732 h 177640"/>
              <a:gd name="connsiteX3" fmla="*/ 971550 w 1371064"/>
              <a:gd name="connsiteY3" fmla="*/ 175832 h 177640"/>
              <a:gd name="connsiteX4" fmla="*/ 823913 w 1371064"/>
              <a:gd name="connsiteY4" fmla="*/ 94870 h 177640"/>
              <a:gd name="connsiteX5" fmla="*/ 942975 w 1371064"/>
              <a:gd name="connsiteY5" fmla="*/ 80582 h 177640"/>
              <a:gd name="connsiteX6" fmla="*/ 1164431 w 1371064"/>
              <a:gd name="connsiteY6" fmla="*/ 92489 h 177640"/>
              <a:gd name="connsiteX0" fmla="*/ 0 w 1371064"/>
              <a:gd name="connsiteY0" fmla="*/ 2001 h 177640"/>
              <a:gd name="connsiteX1" fmla="*/ 1207294 w 1371064"/>
              <a:gd name="connsiteY1" fmla="*/ 11526 h 177640"/>
              <a:gd name="connsiteX2" fmla="*/ 1343821 w 1371064"/>
              <a:gd name="connsiteY2" fmla="*/ 137732 h 177640"/>
              <a:gd name="connsiteX3" fmla="*/ 971550 w 1371064"/>
              <a:gd name="connsiteY3" fmla="*/ 175832 h 177640"/>
              <a:gd name="connsiteX4" fmla="*/ 823913 w 1371064"/>
              <a:gd name="connsiteY4" fmla="*/ 94870 h 177640"/>
              <a:gd name="connsiteX5" fmla="*/ 942975 w 1371064"/>
              <a:gd name="connsiteY5" fmla="*/ 80582 h 177640"/>
              <a:gd name="connsiteX6" fmla="*/ 1164431 w 1371064"/>
              <a:gd name="connsiteY6" fmla="*/ 92489 h 177640"/>
              <a:gd name="connsiteX0" fmla="*/ 0 w 1371064"/>
              <a:gd name="connsiteY0" fmla="*/ 2001 h 176490"/>
              <a:gd name="connsiteX1" fmla="*/ 1207294 w 1371064"/>
              <a:gd name="connsiteY1" fmla="*/ 11526 h 176490"/>
              <a:gd name="connsiteX2" fmla="*/ 1343821 w 1371064"/>
              <a:gd name="connsiteY2" fmla="*/ 137732 h 176490"/>
              <a:gd name="connsiteX3" fmla="*/ 971550 w 1371064"/>
              <a:gd name="connsiteY3" fmla="*/ 175832 h 176490"/>
              <a:gd name="connsiteX4" fmla="*/ 821928 w 1371064"/>
              <a:gd name="connsiteY4" fmla="*/ 116301 h 176490"/>
              <a:gd name="connsiteX5" fmla="*/ 942975 w 1371064"/>
              <a:gd name="connsiteY5" fmla="*/ 80582 h 176490"/>
              <a:gd name="connsiteX6" fmla="*/ 1164431 w 1371064"/>
              <a:gd name="connsiteY6" fmla="*/ 92489 h 176490"/>
              <a:gd name="connsiteX0" fmla="*/ 0 w 1376508"/>
              <a:gd name="connsiteY0" fmla="*/ 3203 h 181213"/>
              <a:gd name="connsiteX1" fmla="*/ 1207294 w 1376508"/>
              <a:gd name="connsiteY1" fmla="*/ 12728 h 181213"/>
              <a:gd name="connsiteX2" fmla="*/ 1351756 w 1376508"/>
              <a:gd name="connsiteY2" fmla="*/ 155602 h 181213"/>
              <a:gd name="connsiteX3" fmla="*/ 971550 w 1376508"/>
              <a:gd name="connsiteY3" fmla="*/ 177034 h 181213"/>
              <a:gd name="connsiteX4" fmla="*/ 821928 w 1376508"/>
              <a:gd name="connsiteY4" fmla="*/ 117503 h 181213"/>
              <a:gd name="connsiteX5" fmla="*/ 942975 w 1376508"/>
              <a:gd name="connsiteY5" fmla="*/ 81784 h 181213"/>
              <a:gd name="connsiteX6" fmla="*/ 1164431 w 1376508"/>
              <a:gd name="connsiteY6" fmla="*/ 93691 h 181213"/>
              <a:gd name="connsiteX0" fmla="*/ 0 w 1395536"/>
              <a:gd name="connsiteY0" fmla="*/ 3203 h 181213"/>
              <a:gd name="connsiteX1" fmla="*/ 1207294 w 1395536"/>
              <a:gd name="connsiteY1" fmla="*/ 12728 h 181213"/>
              <a:gd name="connsiteX2" fmla="*/ 1351756 w 1395536"/>
              <a:gd name="connsiteY2" fmla="*/ 155602 h 181213"/>
              <a:gd name="connsiteX3" fmla="*/ 971550 w 1395536"/>
              <a:gd name="connsiteY3" fmla="*/ 177034 h 181213"/>
              <a:gd name="connsiteX4" fmla="*/ 821928 w 1395536"/>
              <a:gd name="connsiteY4" fmla="*/ 117503 h 181213"/>
              <a:gd name="connsiteX5" fmla="*/ 942975 w 1395536"/>
              <a:gd name="connsiteY5" fmla="*/ 81784 h 181213"/>
              <a:gd name="connsiteX6" fmla="*/ 1164431 w 1395536"/>
              <a:gd name="connsiteY6" fmla="*/ 93691 h 181213"/>
              <a:gd name="connsiteX0" fmla="*/ 0 w 1393796"/>
              <a:gd name="connsiteY0" fmla="*/ 3203 h 181213"/>
              <a:gd name="connsiteX1" fmla="*/ 1207294 w 1393796"/>
              <a:gd name="connsiteY1" fmla="*/ 12728 h 181213"/>
              <a:gd name="connsiteX2" fmla="*/ 1351756 w 1393796"/>
              <a:gd name="connsiteY2" fmla="*/ 155602 h 181213"/>
              <a:gd name="connsiteX3" fmla="*/ 971550 w 1393796"/>
              <a:gd name="connsiteY3" fmla="*/ 177034 h 181213"/>
              <a:gd name="connsiteX4" fmla="*/ 821928 w 1393796"/>
              <a:gd name="connsiteY4" fmla="*/ 117503 h 181213"/>
              <a:gd name="connsiteX5" fmla="*/ 942975 w 1393796"/>
              <a:gd name="connsiteY5" fmla="*/ 81784 h 181213"/>
              <a:gd name="connsiteX6" fmla="*/ 1164431 w 1393796"/>
              <a:gd name="connsiteY6" fmla="*/ 93691 h 181213"/>
              <a:gd name="connsiteX0" fmla="*/ 0 w 1388587"/>
              <a:gd name="connsiteY0" fmla="*/ 3203 h 181213"/>
              <a:gd name="connsiteX1" fmla="*/ 1207294 w 1388587"/>
              <a:gd name="connsiteY1" fmla="*/ 12728 h 181213"/>
              <a:gd name="connsiteX2" fmla="*/ 1351756 w 1388587"/>
              <a:gd name="connsiteY2" fmla="*/ 155602 h 181213"/>
              <a:gd name="connsiteX3" fmla="*/ 971550 w 1388587"/>
              <a:gd name="connsiteY3" fmla="*/ 177034 h 181213"/>
              <a:gd name="connsiteX4" fmla="*/ 821928 w 1388587"/>
              <a:gd name="connsiteY4" fmla="*/ 117503 h 181213"/>
              <a:gd name="connsiteX5" fmla="*/ 942975 w 1388587"/>
              <a:gd name="connsiteY5" fmla="*/ 81784 h 181213"/>
              <a:gd name="connsiteX6" fmla="*/ 1164431 w 1388587"/>
              <a:gd name="connsiteY6" fmla="*/ 93691 h 181213"/>
              <a:gd name="connsiteX0" fmla="*/ 0 w 1437846"/>
              <a:gd name="connsiteY0" fmla="*/ 3203 h 181213"/>
              <a:gd name="connsiteX1" fmla="*/ 1310447 w 1437846"/>
              <a:gd name="connsiteY1" fmla="*/ 12728 h 181213"/>
              <a:gd name="connsiteX2" fmla="*/ 1351756 w 1437846"/>
              <a:gd name="connsiteY2" fmla="*/ 155602 h 181213"/>
              <a:gd name="connsiteX3" fmla="*/ 971550 w 1437846"/>
              <a:gd name="connsiteY3" fmla="*/ 177034 h 181213"/>
              <a:gd name="connsiteX4" fmla="*/ 821928 w 1437846"/>
              <a:gd name="connsiteY4" fmla="*/ 117503 h 181213"/>
              <a:gd name="connsiteX5" fmla="*/ 942975 w 1437846"/>
              <a:gd name="connsiteY5" fmla="*/ 81784 h 181213"/>
              <a:gd name="connsiteX6" fmla="*/ 1164431 w 1437846"/>
              <a:gd name="connsiteY6" fmla="*/ 93691 h 181213"/>
              <a:gd name="connsiteX0" fmla="*/ 0 w 1389197"/>
              <a:gd name="connsiteY0" fmla="*/ 3013 h 181023"/>
              <a:gd name="connsiteX1" fmla="*/ 1310447 w 1389197"/>
              <a:gd name="connsiteY1" fmla="*/ 12538 h 181023"/>
              <a:gd name="connsiteX2" fmla="*/ 1351756 w 1389197"/>
              <a:gd name="connsiteY2" fmla="*/ 155412 h 181023"/>
              <a:gd name="connsiteX3" fmla="*/ 971550 w 1389197"/>
              <a:gd name="connsiteY3" fmla="*/ 176844 h 181023"/>
              <a:gd name="connsiteX4" fmla="*/ 821928 w 1389197"/>
              <a:gd name="connsiteY4" fmla="*/ 117313 h 181023"/>
              <a:gd name="connsiteX5" fmla="*/ 942975 w 1389197"/>
              <a:gd name="connsiteY5" fmla="*/ 81594 h 181023"/>
              <a:gd name="connsiteX6" fmla="*/ 1164431 w 1389197"/>
              <a:gd name="connsiteY6" fmla="*/ 93501 h 181023"/>
              <a:gd name="connsiteX0" fmla="*/ 0 w 1397503"/>
              <a:gd name="connsiteY0" fmla="*/ 3013 h 181023"/>
              <a:gd name="connsiteX1" fmla="*/ 1310447 w 1397503"/>
              <a:gd name="connsiteY1" fmla="*/ 12538 h 181023"/>
              <a:gd name="connsiteX2" fmla="*/ 1351756 w 1397503"/>
              <a:gd name="connsiteY2" fmla="*/ 155412 h 181023"/>
              <a:gd name="connsiteX3" fmla="*/ 971550 w 1397503"/>
              <a:gd name="connsiteY3" fmla="*/ 176844 h 181023"/>
              <a:gd name="connsiteX4" fmla="*/ 821928 w 1397503"/>
              <a:gd name="connsiteY4" fmla="*/ 117313 h 181023"/>
              <a:gd name="connsiteX5" fmla="*/ 942975 w 1397503"/>
              <a:gd name="connsiteY5" fmla="*/ 81594 h 181023"/>
              <a:gd name="connsiteX6" fmla="*/ 1164431 w 1397503"/>
              <a:gd name="connsiteY6" fmla="*/ 93501 h 181023"/>
              <a:gd name="connsiteX0" fmla="*/ 0 w 1397503"/>
              <a:gd name="connsiteY0" fmla="*/ 3013 h 179935"/>
              <a:gd name="connsiteX1" fmla="*/ 1310447 w 1397503"/>
              <a:gd name="connsiteY1" fmla="*/ 12538 h 179935"/>
              <a:gd name="connsiteX2" fmla="*/ 1351756 w 1397503"/>
              <a:gd name="connsiteY2" fmla="*/ 155412 h 179935"/>
              <a:gd name="connsiteX3" fmla="*/ 971550 w 1397503"/>
              <a:gd name="connsiteY3" fmla="*/ 176844 h 179935"/>
              <a:gd name="connsiteX4" fmla="*/ 821928 w 1397503"/>
              <a:gd name="connsiteY4" fmla="*/ 117313 h 179935"/>
              <a:gd name="connsiteX5" fmla="*/ 942975 w 1397503"/>
              <a:gd name="connsiteY5" fmla="*/ 81594 h 179935"/>
              <a:gd name="connsiteX6" fmla="*/ 1164431 w 1397503"/>
              <a:gd name="connsiteY6" fmla="*/ 93501 h 179935"/>
              <a:gd name="connsiteX0" fmla="*/ 0 w 1397503"/>
              <a:gd name="connsiteY0" fmla="*/ 3013 h 179935"/>
              <a:gd name="connsiteX1" fmla="*/ 1310447 w 1397503"/>
              <a:gd name="connsiteY1" fmla="*/ 12538 h 179935"/>
              <a:gd name="connsiteX2" fmla="*/ 1351756 w 1397503"/>
              <a:gd name="connsiteY2" fmla="*/ 155412 h 179935"/>
              <a:gd name="connsiteX3" fmla="*/ 971550 w 1397503"/>
              <a:gd name="connsiteY3" fmla="*/ 176844 h 179935"/>
              <a:gd name="connsiteX4" fmla="*/ 821928 w 1397503"/>
              <a:gd name="connsiteY4" fmla="*/ 117313 h 179935"/>
              <a:gd name="connsiteX5" fmla="*/ 942975 w 1397503"/>
              <a:gd name="connsiteY5" fmla="*/ 81594 h 179935"/>
              <a:gd name="connsiteX6" fmla="*/ 1164431 w 1397503"/>
              <a:gd name="connsiteY6" fmla="*/ 93501 h 179935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93501 h 185522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93501 h 185522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88738 h 185522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88738 h 185522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88738 h 185522"/>
              <a:gd name="connsiteX0" fmla="*/ 0 w 1397503"/>
              <a:gd name="connsiteY0" fmla="*/ 3013 h 185522"/>
              <a:gd name="connsiteX1" fmla="*/ 1310447 w 1397503"/>
              <a:gd name="connsiteY1" fmla="*/ 12538 h 185522"/>
              <a:gd name="connsiteX2" fmla="*/ 1351756 w 1397503"/>
              <a:gd name="connsiteY2" fmla="*/ 155412 h 185522"/>
              <a:gd name="connsiteX3" fmla="*/ 969566 w 1397503"/>
              <a:gd name="connsiteY3" fmla="*/ 183988 h 185522"/>
              <a:gd name="connsiteX4" fmla="*/ 821928 w 1397503"/>
              <a:gd name="connsiteY4" fmla="*/ 117313 h 185522"/>
              <a:gd name="connsiteX5" fmla="*/ 942975 w 1397503"/>
              <a:gd name="connsiteY5" fmla="*/ 81594 h 185522"/>
              <a:gd name="connsiteX6" fmla="*/ 1164431 w 1397503"/>
              <a:gd name="connsiteY6" fmla="*/ 88738 h 1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7503" h="185522">
                <a:moveTo>
                  <a:pt x="0" y="3013"/>
                </a:moveTo>
                <a:cubicBezTo>
                  <a:pt x="44450" y="8569"/>
                  <a:pt x="1085105" y="-12422"/>
                  <a:pt x="1310447" y="12538"/>
                </a:cubicBezTo>
                <a:cubicBezTo>
                  <a:pt x="1410766" y="23650"/>
                  <a:pt x="1424175" y="129708"/>
                  <a:pt x="1351756" y="155412"/>
                </a:cubicBezTo>
                <a:cubicBezTo>
                  <a:pt x="1225554" y="186369"/>
                  <a:pt x="1058014" y="187875"/>
                  <a:pt x="969566" y="183988"/>
                </a:cubicBezTo>
                <a:cubicBezTo>
                  <a:pt x="879277" y="180020"/>
                  <a:pt x="813105" y="195911"/>
                  <a:pt x="821928" y="117313"/>
                </a:cubicBezTo>
                <a:cubicBezTo>
                  <a:pt x="840575" y="69689"/>
                  <a:pt x="884085" y="84618"/>
                  <a:pt x="942975" y="81594"/>
                </a:cubicBezTo>
                <a:cubicBezTo>
                  <a:pt x="1068690" y="80408"/>
                  <a:pt x="1164034" y="88738"/>
                  <a:pt x="1164431" y="88738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470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Herz, Sophie</dc:creator>
  <cp:lastModifiedBy>Herz, Sophie</cp:lastModifiedBy>
  <cp:revision>5</cp:revision>
  <dcterms:created xsi:type="dcterms:W3CDTF">2026-04-07T11:50:01Z</dcterms:created>
  <dcterms:modified xsi:type="dcterms:W3CDTF">2026-04-07T12:29:12Z</dcterms:modified>
</cp:coreProperties>
</file>